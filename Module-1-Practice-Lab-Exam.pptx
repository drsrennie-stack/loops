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-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q1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q3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q5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q7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q9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q11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q13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q15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q17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q19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-q21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-q23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-q25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-q27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-q29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-q31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-q33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-q35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-q37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-q39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-q41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-q43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-q45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-q47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-q49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-q51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